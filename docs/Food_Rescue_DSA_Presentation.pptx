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</a:defRPr>
            </a:pPr>
            <a:r>
              <a:t>SHAH &amp; ANCHOR KUTCHHI ENGINEERING COLLEGE (SAKEC)</a:t>
            </a:r>
          </a:p>
          <a:p>
            <a:pPr>
              <a:spcAft>
                <a:spcPts val="2400"/>
              </a:spcAft>
              <a:defRPr sz="1200">
                <a:solidFill>
                  <a:srgbClr val="D1FAE5"/>
                </a:solidFill>
              </a:defRPr>
            </a:pPr>
            <a:r>
              <a:t>Department of Artificial Intelligence &amp; Data Science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FOOD RESCUE</a:t>
            </a:r>
          </a:p>
          <a:p>
            <a:pPr>
              <a:spcAft>
                <a:spcPts val="2800"/>
              </a:spcAft>
              <a:defRPr sz="2200">
                <a:solidFill>
                  <a:srgbClr val="A7F3D0"/>
                </a:solidFill>
              </a:defRPr>
            </a:pPr>
            <a:r>
              <a:t>Smart Expiry-Time Matching &amp; Redistribution System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DSA Microproject • Min-Heap | Dijkstra's Shortest Path | Hash Tables | C++17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1. The Food Waste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Massive urban food wastage from restaurants, banquet halls, and canteens.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Over 40% of prepared perishable surplus ends up in landfills due to delayed dispatch.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Generates methane emissions accelerating climate degradation.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2. The Urgency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Perishable cooked meals spoil within 3 to 6 hours if not consumed quickly.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Conventional charity redistribution relies on slow manual telephone coordination.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No dynamic priority queues to dispatch earliest expiring surplus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3. Algorithmic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Automated resource allocation matching donors with eligible shelters/food banks.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Dijkstra's shortest path minimises urban transit delays across Mumbai roads.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Zero Hunger (SDG 2) &amp; Responsible Consumption (SDG 12) aligned.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End-to-End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Frontend (User Interface)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React 18 with TypeScript &amp; Vite.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Tailwind CSS with clean sustainability aesthetic (Forest Green &amp; Teal).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Recharts for real-time inventory and fulfillment analytics.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Native Interactive SVG Weighted Road Graph with path highlighting.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Lucide Icons &amp; Toast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Backend (C++17 DSA 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Compiled native binary (GCC 16.2 / C++17).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Lightweight HTTP framework (cpp-httplib) with CORS support.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Standard JSON serialization (nlohmann/json).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Pure C++ DSA algorithms (no JavaScript mockups).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Deterministic Min-Heap, Dijkstra, and Hash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Database (SQLite Persistence)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Embedded SQLite3 database (food_rescue.db).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Prepared SQL statements preventing injection attacks.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Tables: donations, recipients, graph_edges, allocations.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ACID Transactions (BEGIN ... COMMIT) with automatic rollback on failure.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Audit trail protection for historic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Data Structures &amp; Algorithmic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1. Hash Tables (std::unordered_map)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766E"/>
                </a:solidFill>
              </a:defRPr>
            </a:pPr>
            <a:r>
              <a:t>Complexity: O(1) Average Lookup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Manages donations and recipient NGOs by unique IDs (D001, R001).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Eliminates duplicate submissions via hash-bucket indexing.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Instant cache synchronization between SQLite and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2. Min-Heap Priority Queue (ExpiryMinHeap)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766E"/>
                </a:solidFill>
              </a:defRPr>
            </a:pPr>
            <a:r>
              <a:t>Complexity: O(log N) Priority Pop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Binary tree where parent expiry &lt;= child expiry.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Primary sorting: earliest UNIX expiration epoch.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Deterministic tie-breaker using alphanumeric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3. Weighted Road Graph (Adjacency List + Dijkstra)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766E"/>
                </a:solidFill>
              </a:defRPr>
            </a:pPr>
            <a:r>
              <a:t>Complexity: O((V + E) log V) Routing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11 regional transit hubs across Mumbai road network.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Computes shortest distance from donor to beneficiary NGO.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Rejects candidate allocations if locations are unreachable.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06908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4. Greedy Matching Engine (Multi-Criteria Optimization)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766E"/>
                </a:solidFill>
              </a:defRPr>
            </a:pPr>
            <a:r>
              <a:t>Complexity: Atomic Allocation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Filters candidates by category compatibility &amp; outstanding demand.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Ranks feasible candidates: Priority -&gt; Distance -&gt; Demand fit.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Executes atomic quantity decrements in SQLite transaction.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Min-Heap Priority Queue: Expiry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Deterministic Min-Heap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Binary Tree Parent-Child Relation: For index i, left child = 2i + 1, right child = 2i + 2, parent = floor((i-1)/2).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Custom Comparator: Compares expiry_epoch. The item with the smallest epoch (earliest expiry) sits at the root (index 0).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Strict Tie-Breaking: When two donations share the exact same second of expiry, alphanumeric ID comparison ensures reproducible matching.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Lazy Invalidation: If a donation's status changes or quantity is depleted by manual edits, stale nodes are safely discarded on pop without expensive heap rebuilds.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Asymptotic Complexity: Push: O(log N) | Pop: O(log N) | Top: O(1) | Heapify from array: O(N).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Heap Tree Representation (Live Visualizer)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             [Root: Index 0] D005 (1.8h Left)</a:t>
            </a:r>
            <a:br/>
            <a:r>
              <a:t>                     Kurla Banquet Hall (50 kg)</a:t>
            </a: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                     /                     \</a:t>
            </a: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      [Index 1] D001 (2.5h)         [Index 2] D003 (3.5h)</a:t>
            </a:r>
            <a:br/>
            <a:r>
              <a:t>       SAKEC Canteen (25 kg)          Dadar Dairy Hub (30L)</a:t>
            </a: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           /             \               /             \</a:t>
            </a: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[Index 3] D006     [Index 4] D002   [Index 5] D008   [Index 6] D004</a:t>
            </a:r>
            <a:br/>
            <a:r>
              <a:t> (4.5h Left)        (6.0h Left)       (14.0h Left)     (36.0h Left)</a:t>
            </a: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166534"/>
                </a:solidFill>
                <a:latin typeface="Consolas"/>
              </a:defRPr>
            </a:pPr>
            <a:r>
              <a:t>Key Property: The most time-critical surplus is guaranteed to be extracted first in O(1) peek time, preventing food spoilage!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Weighted Graph &amp; Dijkstra's Shortest Path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Mumbai Road Network Graph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Vertices (11 Hubs): SAKEC Campus, Chembur East, Kurla, Ghatkopar, Sion, Dadar, Bandra, Andheri, Vashi, Thane, and Isolated Outlet.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Adjacency List: Each vertex stores connected neighbors with non-negative road distances (km).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Edge Weights (Examples):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• SAKEC Campus &lt;-&gt; Chembur East: 2.1 km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• SAKEC Campus &lt;-&gt; Kurla: 4.2 km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• Chembur East &lt;-&gt; Vashi: 11.5 km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• Kurla &lt;-&gt; Bandra: 6.8 km | Sion &lt;-&gt; Dadar: 4.1 km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Unreachable Verification: 'Isolated Outlet' has zero connections. The algorithm correctly flags unreachable destinations without fabricating fake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Dijkstra Execution &amp; Relaxation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1. Initialization: Set dist[src] = 0, all other dist[v] = infinity. Push (0, src) to min-priority queue.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2. Vertex Extraction: Pop vertex u with smallest known distance dist[u].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3. Edge Relaxation: For each edge (u, v) with weight w:</a:t>
            </a:r>
            <a:br/>
            <a:r>
              <a:t>   if dist[u] + w &lt; dist[v] then</a:t>
            </a:r>
            <a:br/>
            <a:r>
              <a:t>      dist[v] = dist[u] + w</a:t>
            </a:r>
            <a:br/>
            <a:r>
              <a:t>      parent[v] = u</a:t>
            </a:r>
            <a:br/>
            <a:r>
              <a:t>      push (dist[v], v) to priority queue.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4. Trace Capture: Every relaxation step records old distance, new distance, and a vector snapshot sent to the frontend visualizer.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5. Example Computed Result:</a:t>
            </a:r>
            <a:br/>
            <a:r>
              <a:t>   From SAKEC Campus -&gt; Vashi:</a:t>
            </a:r>
            <a:br/>
            <a:r>
              <a:t>   Path: SAKEC -&gt; Chembur East -&gt; Vashi</a:t>
            </a:r>
            <a:br/>
            <a:r>
              <a:t>   Total Minimum Distance: 13.6 km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Expiry-First Greedy Allocation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1: Priority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Min-Heap extracts the earliest expiring valid donation (skipping expired/depleted batches).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2: Candidate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Scans active NGOs who accept the donation's category and have outstanding demand &gt;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3: Dijkstra Reachability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Runs Dijkstra routing. Any candidate location with distance = infinity is excluded.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4: Candidate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Sorts feasible candidates: (1) NGO Priority (HIGH &gt; MED &gt; LOW), (2) Shortest Distance, (3) Demand 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0690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5: Quantity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Allocates quantity Q = min(Donation Available, NGO Outstanding Demand).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0690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Step 6: Atomic SQLite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0916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Executes transaction: updates donation status, reduces NGO demand, and logs audit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Application Modules &amp; User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Overview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Live KPI cards, Recharts category donuts, expiry urgency bars, and recent redistribution feed.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Food Donations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CRUD management, search, category filter, expiry sorting, and foreign-key allocation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Recipient Orgs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4028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Partner NGO profiles, multi-category tags, demand fulfillment progress bars, and priority levels.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Smart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4028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Flagship matching page with natural-language decision rationale and atomic confirmation modal.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Route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Interactive SVG road network graph with edge distance labels and highlighted shortest route.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06908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20624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Allocation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6344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Complete transaction audit log with direct CSV export and modal inspection of route paths.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06908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Algorithm Visualizer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6344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Interactive educational page: Min-Heap tree, Dijkstra step-by-step scrubber, and Hash buckets.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406908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20624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Settings / About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663440"/>
            <a:ext cx="2240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SAKEC AIDS academic credits, C++ runtime diagnostics, and one-click synthetic data reset.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Testing &amp; Verification: 18/18 Scenarios Passed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840480"/>
                <a:gridCol w="502920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Expected / Actual Verification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Donation Registration &amp;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Inserted &amp; retrieved by ID 'T001' with exact fields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Duplicate ID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SQLite primary key constraint blocks duplicate 'T001' insertion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Negative Quantity 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Validation constraint throws exception on quantity = -15.0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Earliest Expiry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Min-Heap correctly pops 2000s before 5000s and 10000s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Expired Food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Donations with expiry &lt; current time excluded from new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Incompatible Category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Rejects matching Packaged Goods to recipient accepting Cooked 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Dijkstra Shortest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Calculated triangle route A-&gt;B-&gt;C = 5.0 km vs direct 9.0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Unreachable Node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Reports reachable=false, distance=-1.0 for disconnected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Database Rollback on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Full restoration of records after transaction abort &amp; 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653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Structure &amp; Algorithm Complexity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828800"/>
                <a:gridCol w="2011680"/>
                <a:gridCol w="210312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Algorithm / Operation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C++ Implementation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Average Time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Worst-Case Time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Entity Search &amp;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std::unordered_map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O(N) (Hash Collisions)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O(N)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Expiry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ExpiryMinHeap (Binary Tree)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O(N) Contiguous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Urban Route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Dijkstra + Priority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O((V + E) log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O((V + E) log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O(V + E) Adjacency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Candidate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std::sort (Introsort)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O(K log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O(K log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O(log K) Stack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SAKEC AIDS • DATA STRUCTURES &amp; ALGORITHMS MICROPROJECT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Conclusion, Learnings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Academic &amp; Technical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Bridging theoretical DSA concepts with high-impact sustainability engineering.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Hands-on C++17 memory management, binary heap implementation, and graph traversals.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Building asynchronous REST APIs connecting native compiled C++ with modern React.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ACID database transaction integrity preventing partial or corrupted food allocations.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100% automated test verification ensuring system robustness across 18 edge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Future Scope &amp; Real-World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➔ Live GPS &amp; Traffic Integration: Dynamic road weights using OpenStreetMap / TomTom API.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➔ Vehicle Routing Problem (VRP): Multi-stop pickup routes for volunteer rescue vans.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➔ Mobile App for Donors: React Native app with barcode scanning for fast batch check-in.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➔ Predictive Demand Forecasting: Machine learning models predicting food surplus by day/event.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➔ Cold-Chain IoT Sensors: Real-time temperature monitoring for high-risk dairy &amp; meat batches.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